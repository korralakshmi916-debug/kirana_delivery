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Bahnschrift SemiBold SemiConden" panose="020B0502040204020203" pitchFamily="34" charset="0"/>
      <p:bold r:id="rId8"/>
    </p:embeddedFont>
    <p:embeddedFont>
      <p:font typeface="Plus Jakarta Sans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iranashopdelivery.netlify.app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51833"/>
            <a:ext cx="1333500" cy="638175"/>
          </a:xfrm>
          <a:prstGeom prst="roundRect">
            <a:avLst>
              <a:gd name="adj" fmla="val 17910"/>
            </a:avLst>
          </a:prstGeom>
          <a:solidFill>
            <a:srgbClr val="054835"/>
          </a:solidFill>
          <a:ln w="9525">
            <a:solidFill>
              <a:srgbClr val="086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95500" y="3951833"/>
            <a:ext cx="1600200" cy="638175"/>
          </a:xfrm>
          <a:prstGeom prst="roundRect">
            <a:avLst>
              <a:gd name="adj" fmla="val 17910"/>
            </a:avLst>
          </a:prstGeom>
          <a:solidFill>
            <a:srgbClr val="054835"/>
          </a:solidFill>
          <a:ln w="9525">
            <a:solidFill>
              <a:srgbClr val="086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50" y="1738312"/>
            <a:ext cx="5276850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3340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2" y="1658718"/>
            <a:ext cx="5314948" cy="348954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37" y="628650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39300" y="638175"/>
            <a:ext cx="2428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EE7B7"/>
                </a:solidFill>
                <a:latin typeface="Plus Jakarta Sans"/>
              </a:rPr>
              <a:t>Express Grocery Web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623887"/>
            <a:ext cx="2607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A7F3D0"/>
                </a:solidFill>
                <a:latin typeface="Plus Jakarta Sans"/>
              </a:rPr>
              <a:t>PROJECT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315467"/>
            <a:ext cx="6875859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Kiran Shop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075533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FAE5"/>
                </a:solidFill>
                <a:latin typeface="Plus Jakarta Sans"/>
              </a:rPr>
              <a:t>Next-generation web application for 15-minute doorstep grocery delivery and instant UPI checkout.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066133"/>
            <a:ext cx="10477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Plus Jakarta Sans"/>
              </a:rPr>
              <a:t>SPEED </a:t>
            </a:r>
            <a:r>
              <a:rPr sz="1350" b="1" i="0" u="none">
                <a:solidFill>
                  <a:srgbClr val="FFFFFF"/>
                </a:solidFill>
                <a:latin typeface="Plus Jakarta Sans"/>
              </a:rPr>
              <a:t>15-20 Mins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066133"/>
            <a:ext cx="1314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Plus Jakarta Sans"/>
              </a:rPr>
              <a:t>CATALOG </a:t>
            </a:r>
            <a:r>
              <a:rPr sz="1350" b="1" i="0" u="none">
                <a:solidFill>
                  <a:srgbClr val="FFFFFF"/>
                </a:solidFill>
                <a:latin typeface="Plus Jakarta Sans"/>
              </a:rPr>
              <a:t>32+ Essentials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6975" y="2152650"/>
            <a:ext cx="5305425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76975" y="3181350"/>
            <a:ext cx="5305425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76975" y="4210050"/>
            <a:ext cx="5305425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76975" y="2152650"/>
            <a:ext cx="57150" cy="838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76975" y="3181350"/>
            <a:ext cx="57150" cy="838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76975" y="4210050"/>
            <a:ext cx="57150" cy="838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90700"/>
            <a:ext cx="5324475" cy="3619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00225"/>
            <a:ext cx="5305425" cy="360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0680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Market Inefficiencies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29350"/>
            <a:ext cx="1928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Current Retail Pain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343150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Long Store Queues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2619375"/>
            <a:ext cx="5667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30+ minute average waiting time at traditional billing counters.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371850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Inventory 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648075"/>
            <a:ext cx="5667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Frequent stockouts without real-time item availability tracking.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4400550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Delayed Delivery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4676775"/>
            <a:ext cx="5667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Standard e-commerce platforms require 24–48 hours for dispatch.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81450"/>
            <a:ext cx="6366569" cy="885825"/>
          </a:xfrm>
          <a:prstGeom prst="roundRect">
            <a:avLst>
              <a:gd name="adj" fmla="val 1720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333625"/>
            <a:ext cx="3088034" cy="1495425"/>
          </a:xfrm>
          <a:prstGeom prst="roundRect">
            <a:avLst>
              <a:gd name="adj" fmla="val 10191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88134" y="2333625"/>
            <a:ext cx="3088034" cy="1495425"/>
          </a:xfrm>
          <a:prstGeom prst="roundRect">
            <a:avLst>
              <a:gd name="adj" fmla="val 10191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09850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259" y="2609850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The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29350"/>
            <a:ext cx="3155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Kiran Shop Express Solution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971800"/>
            <a:ext cx="34279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4E3B"/>
                </a:solidFill>
                <a:latin typeface="Plus Jakarta Sans"/>
              </a:rPr>
              <a:t>Instant Checkout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248025"/>
            <a:ext cx="270703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47857"/>
                </a:solidFill>
                <a:latin typeface="Plus Jakarta Sans"/>
              </a:rPr>
              <a:t>Zero-friction registration and single-page cart processing.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6259" y="2971800"/>
            <a:ext cx="34279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4E3B"/>
                </a:solidFill>
                <a:latin typeface="Plus Jakarta Sans"/>
              </a:rPr>
              <a:t>Multi-Modal UPI 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6259" y="3248025"/>
            <a:ext cx="270703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47857"/>
                </a:solidFill>
                <a:latin typeface="Plus Jakarta Sans"/>
              </a:rPr>
              <a:t>Seamless integration for Google Pay, PhonePe, Cards, &amp; COD.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2194" y="4281487"/>
            <a:ext cx="13811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A7F3D0"/>
                </a:solidFill>
                <a:latin typeface="Plus Jakarta Sans"/>
              </a:rPr>
              <a:t>32+ 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210050"/>
            <a:ext cx="478809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Plus Jakarta Sans"/>
              </a:rPr>
              <a:t>Real-Time Inventory Filtering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467225"/>
            <a:ext cx="4560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Categorized search for Fruits, Vegetables, Dairy, &amp; Staples.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724275"/>
            <a:ext cx="5604718" cy="1200150"/>
          </a:xfrm>
          <a:prstGeom prst="roundRect">
            <a:avLst>
              <a:gd name="adj" fmla="val 15873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276475"/>
            <a:ext cx="2707183" cy="12573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7283" y="2276475"/>
            <a:ext cx="2707183" cy="12573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18" y="1885950"/>
            <a:ext cx="5063281" cy="3429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643" y="1895475"/>
            <a:ext cx="5044231" cy="3409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0680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Project Key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Conclusion &amp;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29350"/>
            <a:ext cx="2667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Final Summary &amp;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902" y="2543175"/>
            <a:ext cx="2850579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59669"/>
                </a:solidFill>
                <a:latin typeface="Plus Jakarta Sans"/>
              </a:rPr>
              <a:t>15 Mins </a:t>
            </a:r>
            <a:r>
              <a:rPr sz="1050" b="1" i="0" u="none">
                <a:solidFill>
                  <a:srgbClr val="64748B"/>
                </a:solidFill>
                <a:latin typeface="Plus Jakarta Sans"/>
              </a:rPr>
              <a:t>Average Delivery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5585" y="2543175"/>
            <a:ext cx="2850579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Plus Jakarta Sans"/>
              </a:rPr>
              <a:t>100% </a:t>
            </a:r>
            <a:r>
              <a:rPr sz="1050" b="1" i="0" u="none">
                <a:solidFill>
                  <a:srgbClr val="64748B"/>
                </a:solidFill>
                <a:latin typeface="Plus Jakarta Sans"/>
              </a:rPr>
              <a:t>Secure Encrypted 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52875"/>
            <a:ext cx="655609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A7F3D0"/>
                </a:solidFill>
                <a:latin typeface="Plus Jakarta Sans"/>
              </a:rPr>
              <a:t>Key Project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67200"/>
            <a:ext cx="509036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D1FAE5"/>
                </a:solidFill>
                <a:latin typeface="Plus Jakarta Sans"/>
              </a:rPr>
              <a:t>Kiran Shop Delivery successfully bridges the offline-to-online gap for urban neighborhoods with a lightweight, responsive web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150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6625" y="4024312"/>
            <a:ext cx="5238750" cy="523875"/>
          </a:xfrm>
          <a:prstGeom prst="roundRect">
            <a:avLst>
              <a:gd name="adj" fmla="val 50000"/>
            </a:avLst>
          </a:prstGeom>
          <a:solidFill>
            <a:srgbClr val="11392F"/>
          </a:solidFill>
          <a:ln w="9525">
            <a:solidFill>
              <a:srgbClr val="284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6096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787" y="723900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950" y="4214812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4214812"/>
            <a:ext cx="14287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64906" y="719137"/>
            <a:ext cx="2833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A7F3D0"/>
                </a:solidFill>
                <a:latin typeface="Plus Jakarta Sans"/>
              </a:rPr>
              <a:t>KIRAN SHOP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8207" y="2433637"/>
            <a:ext cx="4675584" cy="866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3546" y="3452812"/>
            <a:ext cx="49649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A7F3D0"/>
                </a:solidFill>
                <a:latin typeface="Plus Jakarta Sans"/>
              </a:rPr>
              <a:t>Questions &amp; Live Project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887" y="6076950"/>
            <a:ext cx="3667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EE7B7"/>
                </a:solidFill>
                <a:latin typeface="Plus Jakarta Sans"/>
              </a:rPr>
              <a:t>Kiran Shop Delivery • Express Doorstep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4186237"/>
            <a:ext cx="333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Plus Jakarta Sans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8093" y="4195762"/>
            <a:ext cx="2119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4D399"/>
                </a:solidFill>
                <a:latin typeface="Plus Jakarta Sans"/>
              </a:rPr>
              <a:t>www.kiranshop.express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2915" y="4195762"/>
            <a:ext cx="24645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4D399"/>
                </a:solidFill>
                <a:latin typeface="Plus Jakarta Sans"/>
              </a:rPr>
              <a:t>support@kiranshop.express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" y="857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898969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7884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000000"/>
                </a:solidFill>
                <a:latin typeface="Plus Jakarta Sans"/>
              </a:rPr>
              <a:t>Website link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7FF64D-1D8A-DBFA-C7BE-5FE1E05A6CFE}"/>
              </a:ext>
            </a:extLst>
          </p:cNvPr>
          <p:cNvSpPr txBox="1"/>
          <p:nvPr/>
        </p:nvSpPr>
        <p:spPr>
          <a:xfrm>
            <a:off x="1291589" y="949880"/>
            <a:ext cx="527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  <a:cs typeface="Aparajita" panose="020B0502040204020203" pitchFamily="18" charset="0"/>
              </a:rPr>
              <a:t>Link :- </a:t>
            </a:r>
            <a:r>
              <a:rPr lang="en-IN" dirty="0">
                <a:hlinkClick r:id="rId3"/>
              </a:rPr>
              <a:t>https://kiranashopdelivery.netlify.app</a:t>
            </a:r>
            <a:endParaRPr lang="en-IN" sz="1000" dirty="0">
              <a:solidFill>
                <a:schemeClr val="tx2">
                  <a:lumMod val="60000"/>
                  <a:lumOff val="40000"/>
                </a:schemeClr>
              </a:solidFill>
              <a:latin typeface="Bahnschrift SemiBold SemiConden" panose="020B0502040204020203" pitchFamily="34" charset="0"/>
              <a:cs typeface="Aparajita" panose="020B05020402040202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210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Plus Jakarta Sans</vt:lpstr>
      <vt:lpstr>Calibri</vt:lpstr>
      <vt:lpstr>Bahnschrift SemiBold SemiConden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Aarohan</cp:lastModifiedBy>
  <cp:revision>3</cp:revision>
  <dcterms:created xsi:type="dcterms:W3CDTF">2013-01-27T09:14:16Z</dcterms:created>
  <dcterms:modified xsi:type="dcterms:W3CDTF">2026-10-05T03:49:32Z</dcterms:modified>
  <cp:category/>
</cp:coreProperties>
</file>